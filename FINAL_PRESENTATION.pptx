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058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7365D"/>
                </a:solidFill>
              </a:defRPr>
            </a:pPr>
            <a:r>
              <a:t>Inventory &amp; Sales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468880"/>
            <a:ext cx="10149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Final Project Presentation | CSE115 — Group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/>
            </a:pPr>
            <a:r>
              <a:t>Presented by:</a:t>
            </a:r>
          </a:p>
          <a:p>
            <a:pPr algn="ctr">
              <a:defRPr sz="1500"/>
            </a:pPr>
            <a:r>
              <a:t>Niladri Das Chanchal · Eashfee Ahmed</a:t>
            </a:r>
          </a:p>
          <a:p>
            <a:pPr algn="ctr">
              <a:defRPr sz="1500"/>
            </a:pPr>
            <a:r>
              <a:t>Gourav Saha · Md. Jawad Muhib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Problem and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Manual tracking can create inaccurate stock counts and inconsistent sales records.</a:t>
            </a:r>
          </a:p>
          <a:p>
            <a:pPr>
              <a:spcAft>
                <a:spcPts val="1200"/>
              </a:spcAft>
              <a:defRPr sz="1900"/>
            </a:pPr>
            <a:r>
              <a:t>The project demonstrates a basic digital workflow using introductory C concepts.</a:t>
            </a:r>
          </a:p>
          <a:p>
            <a:pPr>
              <a:spcAft>
                <a:spcPts val="1200"/>
              </a:spcAft>
              <a:defRPr sz="1900"/>
            </a:pPr>
            <a:r>
              <a:t>The goal is reliable core logic, not a production retail platform.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Objectives and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Manage product records with unique IDs.</a:t>
            </a:r>
          </a:p>
          <a:p>
            <a:pPr>
              <a:spcAft>
                <a:spcPts val="1200"/>
              </a:spcAft>
              <a:defRPr sz="1600"/>
            </a:pPr>
            <a:r>
              <a:t>Track stock updates and restocking.</a:t>
            </a:r>
          </a:p>
          <a:p>
            <a:pPr>
              <a:spcAft>
                <a:spcPts val="1200"/>
              </a:spcAft>
              <a:defRPr sz="1600"/>
            </a:pPr>
            <a:r>
              <a:t>Record sales only when stock is sufficient.</a:t>
            </a:r>
          </a:p>
          <a:p>
            <a:pPr>
              <a:spcAft>
                <a:spcPts val="1200"/>
              </a:spcAft>
              <a:defRPr sz="1600"/>
            </a:pPr>
            <a:r>
              <a:t>Provide sales history, revenue summary, and low-stock warnings.</a:t>
            </a:r>
          </a:p>
          <a:p>
            <a:pPr>
              <a:spcAft>
                <a:spcPts val="1200"/>
              </a:spcAft>
              <a:defRPr sz="1600"/>
            </a:pPr>
            <a:r>
              <a:t>Persist records using CSV files.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Add/display/search/update products.</a:t>
            </a:r>
          </a:p>
          <a:p>
            <a:pPr>
              <a:spcAft>
                <a:spcPts val="1200"/>
              </a:spcAft>
              <a:defRPr sz="1600"/>
            </a:pPr>
            <a:r>
              <a:t>Restock and change stock values.</a:t>
            </a:r>
          </a:p>
          <a:p>
            <a:pPr>
              <a:spcAft>
                <a:spcPts val="1200"/>
              </a:spcAft>
              <a:defRPr sz="1600"/>
            </a:pPr>
            <a:r>
              <a:t>Record sales and calculate totals.</a:t>
            </a:r>
          </a:p>
          <a:p>
            <a:pPr>
              <a:spcAft>
                <a:spcPts val="1200"/>
              </a:spcAft>
              <a:defRPr sz="1600"/>
            </a:pPr>
            <a:r>
              <a:t>Display sales history and aggregate summary.</a:t>
            </a:r>
          </a:p>
          <a:p>
            <a:pPr>
              <a:spcAft>
                <a:spcPts val="1200"/>
              </a:spcAft>
              <a:defRPr sz="1600"/>
            </a:pPr>
            <a:r>
              <a:t>Save and load data; save on exit.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Data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Product: id, name, category, price, quantity, low-stock threshold.</a:t>
            </a:r>
          </a:p>
          <a:p>
            <a:pPr>
              <a:spcAft>
                <a:spcPts val="1200"/>
              </a:spcAft>
              <a:defRPr sz="1900"/>
            </a:pPr>
            <a:r>
              <a:t>Sale: sale ID, product ID/name, quantity, unit price, total, date.</a:t>
            </a:r>
          </a:p>
          <a:p>
            <a:pPr>
              <a:spcAft>
                <a:spcPts val="1200"/>
              </a:spcAft>
              <a:defRPr sz="1900"/>
            </a:pPr>
            <a:r>
              <a:t>Arrays store records while the program is running.</a:t>
            </a:r>
          </a:p>
          <a:p>
            <a:pPr>
              <a:spcAft>
                <a:spcPts val="1200"/>
              </a:spcAft>
              <a:defRPr sz="1900"/>
            </a:pPr>
            <a:r>
              <a:t>Fixed limits are documented in the source.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Program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Load CSV records when available.</a:t>
            </a:r>
          </a:p>
          <a:p>
            <a:pPr>
              <a:spcAft>
                <a:spcPts val="1200"/>
              </a:spcAft>
              <a:defRPr sz="1600"/>
            </a:pPr>
            <a:r>
              <a:t>Show the menu and validate the selected option.</a:t>
            </a:r>
          </a:p>
          <a:p>
            <a:pPr>
              <a:spcAft>
                <a:spcPts val="1200"/>
              </a:spcAft>
              <a:defRPr sz="1600"/>
            </a:pPr>
            <a:r>
              <a:t>Call the selected inventory, sales, report, or save function.</a:t>
            </a:r>
          </a:p>
          <a:p>
            <a:pPr>
              <a:spcAft>
                <a:spcPts val="1200"/>
              </a:spcAft>
              <a:defRPr sz="1600"/>
            </a:pPr>
            <a:r>
              <a:t>Return to the menu until exit.</a:t>
            </a:r>
          </a:p>
          <a:p>
            <a:pPr>
              <a:spcAft>
                <a:spcPts val="1200"/>
              </a:spcAft>
              <a:defRPr sz="1600"/>
            </a:pPr>
            <a:r>
              <a:t>Save inventory and sales before terminating.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Inventory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Reject duplicate product IDs.</a:t>
            </a:r>
          </a:p>
          <a:p>
            <a:pPr>
              <a:spcAft>
                <a:spcPts val="1200"/>
              </a:spcAft>
              <a:defRPr sz="1600"/>
            </a:pPr>
            <a:r>
              <a:t>Reject empty names/categories and commas in CSV fields.</a:t>
            </a:r>
          </a:p>
          <a:p>
            <a:pPr>
              <a:spcAft>
                <a:spcPts val="1200"/>
              </a:spcAft>
              <a:defRPr sz="1600"/>
            </a:pPr>
            <a:r>
              <a:t>Search by ID and update selected fields.</a:t>
            </a:r>
          </a:p>
          <a:p>
            <a:pPr>
              <a:spcAft>
                <a:spcPts val="1200"/>
              </a:spcAft>
              <a:defRPr sz="1600"/>
            </a:pPr>
            <a:r>
              <a:t>Restock only by a positive amount and check capacity bounds.</a:t>
            </a:r>
          </a:p>
          <a:p>
            <a:pPr>
              <a:spcAft>
                <a:spcPts val="1200"/>
              </a:spcAft>
              <a:defRPr sz="1600"/>
            </a:pPr>
            <a:r>
              <a:t>Low-stock report checks quantity &lt;= threshold.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Sales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Find the requested product and show available stock.</a:t>
            </a:r>
          </a:p>
          <a:p>
            <a:pPr>
              <a:spcAft>
                <a:spcPts val="1200"/>
              </a:spcAft>
              <a:defRPr sz="1600"/>
            </a:pPr>
            <a:r>
              <a:t>Require a positive quantity.</a:t>
            </a:r>
          </a:p>
          <a:p>
            <a:pPr>
              <a:spcAft>
                <a:spcPts val="1200"/>
              </a:spcAft>
              <a:defRPr sz="1600"/>
            </a:pPr>
            <a:r>
              <a:t>Reject a sale if requested quantity exceeds stock.</a:t>
            </a:r>
          </a:p>
          <a:p>
            <a:pPr>
              <a:spcAft>
                <a:spcPts val="1200"/>
              </a:spcAft>
              <a:defRPr sz="1600"/>
            </a:pPr>
            <a:r>
              <a:t>Calculate total from unit price × quantity.</a:t>
            </a:r>
          </a:p>
          <a:p>
            <a:pPr>
              <a:spcAft>
                <a:spcPts val="1200"/>
              </a:spcAft>
              <a:defRPr sz="1600"/>
            </a:pPr>
            <a:r>
              <a:t>Append sale record and reduce stock only after validation.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Persistence and reports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inventory.csv stores product records.</a:t>
            </a:r>
          </a:p>
          <a:p>
            <a:pPr>
              <a:spcAft>
                <a:spcPts val="1200"/>
              </a:spcAft>
              <a:defRPr sz="1600"/>
            </a:pPr>
            <a:r>
              <a:t>sales.csv stores transaction records.</a:t>
            </a:r>
          </a:p>
          <a:p>
            <a:pPr>
              <a:spcAft>
                <a:spcPts val="1200"/>
              </a:spcAft>
              <a:defRPr sz="1600"/>
            </a:pPr>
            <a:r>
              <a:t>Sales summary counts transactions, units, and recorded revenue.</a:t>
            </a:r>
          </a:p>
          <a:p>
            <a:pPr>
              <a:spcAft>
                <a:spcPts val="1200"/>
              </a:spcAft>
              <a:defRPr sz="1600"/>
            </a:pPr>
            <a:r>
              <a:t>The program starts empty if data files are absent.</a:t>
            </a:r>
          </a:p>
          <a:p>
            <a:pPr>
              <a:spcAft>
                <a:spcPts val="1200"/>
              </a:spcAft>
              <a:defRPr sz="1600"/>
            </a:pPr>
            <a:r>
              <a:t>CSV fields are simple and do not support embedded commas.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Build with GCC/Clang and review compiler output.</a:t>
            </a:r>
          </a:p>
          <a:p>
            <a:pPr>
              <a:spcAft>
                <a:spcPts val="1200"/>
              </a:spcAft>
              <a:defRPr sz="1600"/>
            </a:pPr>
            <a:r>
              <a:t>Test valid and invalid product operations.</a:t>
            </a:r>
          </a:p>
          <a:p>
            <a:pPr>
              <a:spcAft>
                <a:spcPts val="1200"/>
              </a:spcAft>
              <a:defRPr sz="1600"/>
            </a:pPr>
            <a:r>
              <a:t>Test successful sales and rejected overselling.</a:t>
            </a:r>
          </a:p>
          <a:p>
            <a:pPr>
              <a:spcAft>
                <a:spcPts val="1200"/>
              </a:spcAft>
              <a:defRPr sz="1600"/>
            </a:pPr>
            <a:r>
              <a:t>Compare sales history with summary calculations.</a:t>
            </a:r>
          </a:p>
          <a:p>
            <a:pPr>
              <a:spcAft>
                <a:spcPts val="1200"/>
              </a:spcAft>
              <a:defRPr sz="1600"/>
            </a:pPr>
            <a:r>
              <a:t>Restart after saving to check persistence.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Test evidence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A manual test matrix is included in tests/manual_test_cases.csv.</a:t>
            </a:r>
          </a:p>
          <a:p>
            <a:pPr>
              <a:spcAft>
                <a:spcPts val="1200"/>
              </a:spcAft>
              <a:defRPr sz="1900"/>
            </a:pPr>
            <a:r>
              <a:t>Results remain pending until the team actually runs each case.</a:t>
            </a:r>
          </a:p>
          <a:p>
            <a:pPr>
              <a:spcAft>
                <a:spcPts val="1200"/>
              </a:spcAft>
              <a:defRPr sz="1900"/>
            </a:pPr>
            <a:r>
              <a:t>Add tester names and dates; do not invent pass results.</a:t>
            </a:r>
          </a:p>
          <a:p>
            <a:pPr>
              <a:spcAft>
                <a:spcPts val="1200"/>
              </a:spcAft>
              <a:defRPr sz="1900"/>
            </a:pPr>
            <a:r>
              <a:t>Fix any discovered defects before recording the final demo.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Team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/>
            </a:pPr>
            <a:r>
              <a:t>Niladri Das Chanchal — project coordination, integration, documentation.</a:t>
            </a:r>
          </a:p>
          <a:p>
            <a:pPr>
              <a:spcAft>
                <a:spcPts val="1200"/>
              </a:spcAft>
              <a:defRPr sz="1600"/>
            </a:pPr>
            <a:r>
              <a:t>Eashfee Ahmed — inventory management functions.</a:t>
            </a:r>
          </a:p>
          <a:p>
            <a:pPr>
              <a:spcAft>
                <a:spcPts val="1200"/>
              </a:spcAft>
              <a:defRPr sz="1600"/>
            </a:pPr>
            <a:r>
              <a:t>Md. Jawad Muhib — sales processing and reports.</a:t>
            </a:r>
          </a:p>
          <a:p>
            <a:pPr>
              <a:spcAft>
                <a:spcPts val="1200"/>
              </a:spcAft>
              <a:defRPr sz="1600"/>
            </a:pPr>
            <a:r>
              <a:t>Gourav Saha — persistence and QA.</a:t>
            </a:r>
          </a:p>
          <a:p>
            <a:pPr>
              <a:spcAft>
                <a:spcPts val="1200"/>
              </a:spcAft>
              <a:defRPr sz="1600"/>
            </a:pPr>
            <a:r>
              <a:t>All members must understand the whole program and make genuine commits.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Limitations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Console-based, single-user, fixed-capacity application.</a:t>
            </a:r>
          </a:p>
          <a:p>
            <a:pPr>
              <a:spcAft>
                <a:spcPts val="1200"/>
              </a:spcAft>
              <a:defRPr sz="1900"/>
            </a:pPr>
            <a:r>
              <a:t>Basic CSV parsing; date is stored as text.</a:t>
            </a:r>
          </a:p>
          <a:p>
            <a:pPr>
              <a:spcAft>
                <a:spcPts val="1200"/>
              </a:spcAft>
              <a:defRPr sz="1900"/>
            </a:pPr>
            <a:r>
              <a:t>No authentication, database, payment processing, or graphical interface.</a:t>
            </a:r>
          </a:p>
          <a:p>
            <a:pPr>
              <a:spcAft>
                <a:spcPts val="1200"/>
              </a:spcAft>
              <a:defRPr sz="1900"/>
            </a:pPr>
            <a:r>
              <a:t>Possible improvements: stronger CSV parsing, modular source files, date validation, automated tests.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</a:defRPr>
            </a:pPr>
            <a:r>
              <a:t>Conclusion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9848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/>
            </a:pPr>
            <a:r>
              <a:t>The project connects inventory, sales, reporting, and file handling in standard C.</a:t>
            </a:r>
          </a:p>
          <a:p>
            <a:pPr>
              <a:spcAft>
                <a:spcPts val="1200"/>
              </a:spcAft>
              <a:defRPr sz="1900"/>
            </a:pPr>
            <a:r>
              <a:t>The key safety rule is to validate a sale before changing stock.</a:t>
            </a:r>
          </a:p>
          <a:p>
            <a:pPr>
              <a:spcAft>
                <a:spcPts val="1200"/>
              </a:spcAft>
              <a:defRPr sz="1900"/>
            </a:pPr>
            <a:r>
              <a:t>References and AI assistance must be documented accurately in support/REFERENCES.md.</a:t>
            </a:r>
          </a:p>
          <a:p>
            <a:pPr>
              <a:spcAft>
                <a:spcPts val="1200"/>
              </a:spcAft>
              <a:defRPr sz="1900"/>
            </a:pPr>
            <a:r>
              <a:t>The final presentation must match the code and test results actually submitted.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10528"/>
            <a:ext cx="115214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5A5A5A"/>
                </a:solidFill>
              </a:defRPr>
            </a:pPr>
            <a:r>
              <a:t>Group 09 | Niladri Das Chanchal · Eashfee Ahmed · Gourav Saha · Md. Jawad Muhib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