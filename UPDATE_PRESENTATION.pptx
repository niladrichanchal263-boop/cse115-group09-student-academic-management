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7365D"/>
                </a:solidFill>
              </a:defRPr>
            </a:pPr>
            <a:r>
              <a:t>Inventory &amp; Sales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49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Project Update | CSE115 — Group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/>
            </a:pPr>
            <a:r>
              <a:t>Presented by:</a:t>
            </a:r>
          </a:p>
          <a:p>
            <a:pPr algn="ctr">
              <a:defRPr sz="1500"/>
            </a:pPr>
            <a:r>
              <a:t>Niladri Das Chanchal · Eashfee Ahmed</a:t>
            </a:r>
          </a:p>
          <a:p>
            <a:pPr algn="ctr">
              <a:defRPr sz="1500"/>
            </a:pPr>
            <a:r>
              <a:t>Gourav Saha · Md. Jawad Muhib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t>Group 09 | Niladri Das Chanchal · Eashfee Ahmed · Gourav Saha · Md. Jawad Muhib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Problem and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Track products, stock, sales, and basic revenue in one console program.</a:t>
            </a:r>
          </a:p>
          <a:p>
            <a:pPr>
              <a:spcAft>
                <a:spcPts val="1200"/>
              </a:spcAft>
              <a:defRPr sz="1900"/>
            </a:pPr>
            <a:r>
              <a:t>Practise C structures, arrays, functions, input validation, calculations, and file handling.</a:t>
            </a:r>
          </a:p>
          <a:p>
            <a:pPr>
              <a:spcAft>
                <a:spcPts val="1200"/>
              </a:spcAft>
              <a:defRPr sz="1900"/>
            </a:pPr>
            <a:r>
              <a:t>Use a simple workflow suitable for a first-year programming project.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t>Group 09 | Niladri Das Chanchal · Eashfee Ahmed · Gourav Saha · Md. Jawad Muhib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Features in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Add, list, search, update, and restock products.</a:t>
            </a:r>
          </a:p>
          <a:p>
            <a:pPr>
              <a:spcAft>
                <a:spcPts val="1200"/>
              </a:spcAft>
              <a:defRPr sz="1900"/>
            </a:pPr>
            <a:r>
              <a:t>Record valid sales; reject unknown products and insufficient stock.</a:t>
            </a:r>
          </a:p>
          <a:p>
            <a:pPr>
              <a:spcAft>
                <a:spcPts val="1200"/>
              </a:spcAft>
              <a:defRPr sz="1900"/>
            </a:pPr>
            <a:r>
              <a:t>Show sales history, sales summary, and low-stock products.</a:t>
            </a:r>
          </a:p>
          <a:p>
            <a:pPr>
              <a:spcAft>
                <a:spcPts val="1200"/>
              </a:spcAft>
              <a:defRPr sz="1900"/>
            </a:pPr>
            <a:r>
              <a:t>Save/load records using CSV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t>Group 09 | Niladri Das Chanchal · Eashfee Ahmed · Gourav Saha · Md. Jawad Muhib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Program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Shared Product structure: ID, name, category, price, quantity, threshold.</a:t>
            </a:r>
          </a:p>
          <a:p>
            <a:pPr>
              <a:spcAft>
                <a:spcPts val="1200"/>
              </a:spcAft>
              <a:defRPr sz="1900"/>
            </a:pPr>
            <a:r>
              <a:t>Shared Sale structure: sale ID, product, quantity, unit price, total, date.</a:t>
            </a:r>
          </a:p>
          <a:p>
            <a:pPr>
              <a:spcAft>
                <a:spcPts val="1200"/>
              </a:spcAft>
              <a:defRPr sz="1900"/>
            </a:pPr>
            <a:r>
              <a:t>One shared inventory array avoids inconsistent copies.</a:t>
            </a:r>
          </a:p>
          <a:p>
            <a:pPr>
              <a:spcAft>
                <a:spcPts val="1200"/>
              </a:spcAft>
              <a:defRPr sz="1900"/>
            </a:pPr>
            <a:r>
              <a:t>Menu dispatches to separate functions for each operation.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t>Group 09 | Niladri Das Chanchal · Eashfee Ahmed · Gourav Saha · Md. Jawad Muhib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Team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Niladri Das Chanchal — project lead, menu/integration, review and documentation.</a:t>
            </a:r>
          </a:p>
          <a:p>
            <a:pPr>
              <a:spcAft>
                <a:spcPts val="1200"/>
              </a:spcAft>
              <a:defRPr sz="1900"/>
            </a:pPr>
            <a:r>
              <a:t>Eashfee Ahmed — inventory add/list/search/update/restock.</a:t>
            </a:r>
          </a:p>
          <a:p>
            <a:pPr>
              <a:spcAft>
                <a:spcPts val="1200"/>
              </a:spcAft>
              <a:defRPr sz="1900"/>
            </a:pPr>
            <a:r>
              <a:t>Md. Jawad Muhib — sales validation, totals, stock deduction, history and summary.</a:t>
            </a:r>
          </a:p>
          <a:p>
            <a:pPr>
              <a:spcAft>
                <a:spcPts val="1200"/>
              </a:spcAft>
              <a:defRPr sz="1900"/>
            </a:pPr>
            <a:r>
              <a:t>Gourav Saha — CSV persistence, testing, QA and build/run instructions.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t>Group 09 | Niladri Das Chanchal · Eashfee Ahmed · Gourav Saha · Md. Jawad Muhib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Important validation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Product IDs must be unique.</a:t>
            </a:r>
          </a:p>
          <a:p>
            <a:pPr>
              <a:spcAft>
                <a:spcPts val="1200"/>
              </a:spcAft>
              <a:defRPr sz="1900"/>
            </a:pPr>
            <a:r>
              <a:t>Prices and stock values cannot be negative.</a:t>
            </a:r>
          </a:p>
          <a:p>
            <a:pPr>
              <a:spcAft>
                <a:spcPts val="1200"/>
              </a:spcAft>
              <a:defRPr sz="1900"/>
            </a:pPr>
            <a:r>
              <a:t>A sale must check available stock before changing inventory.</a:t>
            </a:r>
          </a:p>
          <a:p>
            <a:pPr>
              <a:spcAft>
                <a:spcPts val="1200"/>
              </a:spcAft>
              <a:defRPr sz="1900"/>
            </a:pPr>
            <a:r>
              <a:t>Rejected sales must leave stock and sales records unchanged.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t>Group 09 | Niladri Das Chanchal · Eashfee Ahmed · Gourav Saha · Md. Jawad Muhib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Progress and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Initial source, README, test plan, and report/presentation drafts are prepared for team review.</a:t>
            </a:r>
          </a:p>
          <a:p>
            <a:pPr>
              <a:spcAft>
                <a:spcPts val="1200"/>
              </a:spcAft>
              <a:defRPr sz="1900"/>
            </a:pPr>
            <a:r>
              <a:t>Risks: incompatible assumptions, CSV limitations, untested edge cases, and demo mismatch.</a:t>
            </a:r>
          </a:p>
          <a:p>
            <a:pPr>
              <a:spcAft>
                <a:spcPts val="1200"/>
              </a:spcAft>
              <a:defRPr sz="1900"/>
            </a:pPr>
            <a:r>
              <a:t>Next: compile, run the test plan, fix issues, and record actual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t>Group 09 | Niladri Das Chanchal · Eashfee Ahmed · Gourav Saha · Md. Jawad Muhib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Test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Compile with GCC/Clang and review warnings.</a:t>
            </a:r>
          </a:p>
          <a:p>
            <a:pPr>
              <a:spcAft>
                <a:spcPts val="1200"/>
              </a:spcAft>
              <a:defRPr sz="1900"/>
            </a:pPr>
            <a:r>
              <a:t>Test valid and invalid product IDs, searching, updating, and restocking.</a:t>
            </a:r>
          </a:p>
          <a:p>
            <a:pPr>
              <a:spcAft>
                <a:spcPts val="1200"/>
              </a:spcAft>
              <a:defRPr sz="1900"/>
            </a:pPr>
            <a:r>
              <a:t>Test successful sales and oversell rejection.</a:t>
            </a:r>
          </a:p>
          <a:p>
            <a:pPr>
              <a:spcAft>
                <a:spcPts val="1200"/>
              </a:spcAft>
              <a:defRPr sz="1900"/>
            </a:pPr>
            <a:r>
              <a:t>Test summary consistency and save/reload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t>Group 09 | Niladri Das Chanchal · Eashfee Ahmed · Gourav Saha · Md. Jawad Muhib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Next milestone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Run the program from the repository root.</a:t>
            </a:r>
          </a:p>
          <a:p>
            <a:pPr>
              <a:spcAft>
                <a:spcPts val="1200"/>
              </a:spcAft>
              <a:defRPr sz="1900"/>
            </a:pPr>
            <a:r>
              <a:t>Complete the test log with actual results and tester/date.</a:t>
            </a:r>
          </a:p>
          <a:p>
            <a:pPr>
              <a:spcAft>
                <a:spcPts val="1200"/>
              </a:spcAft>
              <a:defRPr sz="1900"/>
            </a:pPr>
            <a:r>
              <a:t>Make meaningful commits for real contributions.</a:t>
            </a:r>
          </a:p>
          <a:p>
            <a:pPr>
              <a:spcAft>
                <a:spcPts val="1200"/>
              </a:spcAft>
              <a:defRPr sz="1900"/>
            </a:pPr>
            <a:r>
              <a:t>Rehearse the demo and verify all files are in GitHub before the deadline.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t>Group 09 | Niladri Das Chanchal · Eashfee Ahmed · Gourav Saha · Md. Jawad Muhib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